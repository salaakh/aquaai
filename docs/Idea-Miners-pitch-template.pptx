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КонвейерКонтроль. Датчики и приложение, которые предупреждают механика шахты о поломке конвейерной ленты за 3–5 дней до аварии. Караганда, @konveyer_control, https://example.kz.</a:t>
            </a:r>
          </a:p>
          <a:p>
            <a:r>
              <a:t>Тайминг: 20 секунд (всего питч 5 минут).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Главный механик угольной шахты узнаёт о порыве конвейерной ленты, когда она уже встала. Час простоя — это недобытый уголь на 2–4 млн ₸. На крупной шахте такое случается 1–2 раза в месяц. Сейчас ленту раз в смену осматривают обходчики, и внутренний износ они не видят.</a:t>
            </a:r>
          </a:p>
          <a:p>
            <a:r>
              <a:t>Тайминг: 40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Ставим на конвейер датчики вибрации и температуры, данные уходят в облако. Модель сравнивает показания с историей поломок и присылает механику в Telegram: какой участок, что сломается и примерно когда. Механик меняет деталь в плановый простой, а не в аварийный. На пилоте модель предсказала 7 поломок из 9.</a:t>
            </a:r>
          </a:p>
          <a:p>
            <a:r>
              <a:t>Тайминг: 40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В Карагандинской области около 30 шахт и разрезов, в Казахстане — больше 150 горнодобывающих предприятий с конвейерами. В среднем 20 конвейеров на предприятие × 40 000 ₸ в месяц ≈ 1,4 млрд ₸ в год только в Казахстане. Следующий шаг — Узбекистан и Россия: там такое же оборудование.</a:t>
            </a:r>
          </a:p>
          <a:p>
            <a:r>
              <a:t>Тайминг: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Подписка — 40 000 ₸ в месяц за один конвейер, оплата раз в квартал. Датчики даём в аренду, их стоимость входит в подписку. Установка — разово 150 000 ₸ на предприятие.</a:t>
            </a:r>
          </a:p>
          <a:p>
            <a:r>
              <a:t>Тайминг: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MVP 4 месяца работает на 6 конвейерах одного разреза в Карагандинской области, пилот бесплатный. Предсказали 7 поломок из 9 и сэкономили клиенту около 30 часов простоя. Подписано письмо о намерениях: платное внедрение на 20 конвейерах с января. Выручки пока нет.</a:t>
            </a:r>
          </a:p>
          <a:p>
            <a:r>
              <a:t>Тайминг: 40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Вы — 40 000 ₸ в месяц за конвейер; ключевое отличие: прогноз за 3–5 дней и сообщение в Telegram; слабое место: пока 6 конвейеров и нет истории на других типах лент. Конкурент 1 (зарубежная система мониторинга) — от 200 000 ₸ в месяц; отличие: широкий набор датчиков; слабое место: внедрение полгода, нет поддержки на русском. Конкурент 2 (обходчики и плановый осмотр) — входит в зарплату; отличие: привычный процесс; слабое место: не видят внутренний износ.</a:t>
            </a:r>
          </a:p>
          <a:p>
            <a:r>
              <a:t>Тайминг: 40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Данияр — CEO, 6 лет главным механиком на разрезе, знает клиента изнутри. Алия — CTO, 5 лет в разработке промышленных IoT-систем. Ерлан — ML-инженер, делал модели предиктивного обслуживания для оборудования. Вместе довели MVP до пилота за 4 месяца.</a:t>
            </a:r>
          </a:p>
          <a:p>
            <a:r>
              <a:t>Тайминг: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(вымышленный стартап): Ищем 25 млн ₸ на 12 месяцев: 40% — датчики и производство 20 комплектов, 35% — команда (ML-инженер, инженер по внедрению), 25% — продажи. Нужен технический директор шахты или обогатительной фабрики с 10 и больше конвейерами для платного пилота и партнёр-интегратор горного оборудования.</a:t>
            </a:r>
          </a:p>
          <a:p>
            <a:r>
              <a:t>Тайминг: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1. Название и одна фраза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Если у слушателя 5 секунд, что он должен понять о вас?</a:t>
            </a:r>
          </a:p>
          <a:p>
            <a:r>
              <a:rPr sz="2200"/>
              <a:t>[Ваш текст: название стартапа]</a:t>
            </a:r>
          </a:p>
          <a:p>
            <a:r>
              <a:rPr sz="2200"/>
              <a:t>[Ваш текст: одна фраза о том, что вы делаете и для кого]</a:t>
            </a:r>
          </a:p>
          <a:p>
            <a:r>
              <a:rPr sz="2200"/>
              <a:t>[Ваш текст: город]</a:t>
            </a:r>
          </a:p>
          <a:p>
            <a:r>
              <a:rPr sz="2200"/>
              <a:t>[Ваш текст: контакты / сайт / Instagram]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2.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Кто именно страдает от этой проблемы и как часто?</a:t>
            </a:r>
          </a:p>
          <a:p>
            <a:r>
              <a:rPr sz="2200"/>
              <a:t>[Ваш текст: кто клиент и в какой ситуации он находится]</a:t>
            </a:r>
          </a:p>
          <a:p>
            <a:r>
              <a:rPr sz="2200"/>
              <a:t>[Ваш текст: в чём проблема и как её решают сейчас]</a:t>
            </a:r>
          </a:p>
          <a:p>
            <a:r>
              <a:rPr sz="2200"/>
              <a:t>[Ваш текст: как часто возникает и сколько стоит клиенту]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3.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Что конкретно делает продукт и почему это работает?</a:t>
            </a:r>
          </a:p>
          <a:p>
            <a:r>
              <a:rPr sz="2200"/>
              <a:t>[Ваш текст: что делает продукт, в двух-трёх предложениях]</a:t>
            </a:r>
          </a:p>
          <a:p>
            <a:r>
              <a:rPr sz="2200"/>
              <a:t>[Ваш текст: как клиент им пользуется]</a:t>
            </a:r>
          </a:p>
          <a:p>
            <a:r>
              <a:rPr sz="2200"/>
              <a:t>[Ваш текст: чем подтверждено, что это работает]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4. Рынок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Сколько потенциальных клиентов и сколько они готовы платить?</a:t>
            </a:r>
          </a:p>
          <a:p>
            <a:r>
              <a:rPr sz="2200"/>
              <a:t>[Ваш текст: сколько потенциальных клиентов]</a:t>
            </a:r>
          </a:p>
          <a:p>
            <a:r>
              <a:rPr sz="2200"/>
              <a:t>[Ваш текст: сколько платит один клиент]</a:t>
            </a:r>
          </a:p>
          <a:p>
            <a:r>
              <a:rPr sz="2200"/>
              <a:t>[Ваш текст: размер рынка = клиенты × цена, расчёт в одну строку]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5. Бизнес-модель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Кто платит, за что и с какой регулярностью?</a:t>
            </a:r>
          </a:p>
          <a:p>
            <a:r>
              <a:rPr sz="2200"/>
              <a:t>[Ваш текст: кто платит]</a:t>
            </a:r>
          </a:p>
          <a:p>
            <a:r>
              <a:rPr sz="2200"/>
              <a:t>[Ваш текст: за что платит и сколько]</a:t>
            </a:r>
          </a:p>
          <a:p>
            <a:r>
              <a:rPr sz="2200"/>
              <a:t>[Ваш текст: как часто: подписка, разовый платёж, комиссия]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6. Трекшн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Что уже сделано и какими цифрами это подтверждается?</a:t>
            </a:r>
          </a:p>
          <a:p>
            <a:r>
              <a:rPr sz="2200"/>
              <a:t>[Ваш текст: что уже сделано: MVP, пилот, продажи]</a:t>
            </a:r>
          </a:p>
          <a:p>
            <a:r>
              <a:rPr sz="2200"/>
              <a:t>[Ваш текст: цифры: клиенты, выручка, пользователи, поломки/часы/деньги]</a:t>
            </a:r>
          </a:p>
          <a:p>
            <a:r>
              <a:rPr sz="2200"/>
              <a:t>[Ваш текст: что подписано или согласовано: письма о намерениях, договоры]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7. Конкуренты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11094415" cy="731520"/>
          </a:xfrm>
        </p:spPr>
        <p:txBody>
          <a:bodyPr/>
          <a:lstStyle/>
          <a:p>
            <a:r>
              <a:rPr sz="2200"/>
              <a:t>Почему клиент выберет вас, а не альтернативу?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37744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Ключевое отличие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Слабое место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Вы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цена]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отличие]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слабое место]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Конкурент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цена]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отличие]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слабое место]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Конкурент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цена]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отличие]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[Ваш текст: слабое место]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8.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Какой опыт команды доказывает способность довести дело до конца?</a:t>
            </a:r>
          </a:p>
          <a:p>
            <a:r>
              <a:rPr sz="2200"/>
              <a:t>[Ваш текст: имя, роль, релевантный опыт — человек 1]</a:t>
            </a:r>
          </a:p>
          <a:p>
            <a:r>
              <a:rPr sz="2200"/>
              <a:t>[Ваш текст: имя, роль, релевантный опыт — человек 2]</a:t>
            </a:r>
          </a:p>
          <a:p>
            <a:r>
              <a:rPr sz="2200"/>
              <a:t>[Ваш текст: имя, роль, релевантный опыт — человек 3 (если есть)]</a:t>
            </a:r>
          </a:p>
          <a:p>
            <a:r>
              <a:rPr sz="2200"/>
              <a:t>[Ваш текст: имя, роль, релевантный опыт — человек 4 (если есть)]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1005840"/>
          </a:xfrm>
        </p:spPr>
        <p:txBody>
          <a:bodyPr/>
          <a:lstStyle/>
          <a:p>
            <a:r>
              <a:t>9. Запрос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200"/>
              <a:t>Сколько нужно и на что пойдут средства? Какой клиент или партнёр вам нужен?</a:t>
            </a:r>
          </a:p>
          <a:p>
            <a:r>
              <a:rPr sz="2200"/>
              <a:t>[Ваш текст: сколько нужно и на какой срок]</a:t>
            </a:r>
          </a:p>
          <a:p>
            <a:r>
              <a:rPr sz="2200"/>
              <a:t>[Ваш текст: на что пойдут средства: доли по статьям]</a:t>
            </a:r>
          </a:p>
          <a:p>
            <a:r>
              <a:rPr sz="2200"/>
              <a:t>[Ваш текст: какой клиент или партнёр вам нужен и что вы просите]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